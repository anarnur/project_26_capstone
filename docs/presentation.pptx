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05840"/>
            <a:ext cx="1005840" cy="1005840"/>
          </a:xfrm>
          <a:prstGeom prst="rect">
            <a:avLst>
              <a:gd name="adj" fmla="val 1363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A0A"/>
                </a:solidFill>
              </a:rPr>
              <a:t>MI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Agent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AI-ассистент для анализа конкурентов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2560320" cy="347472"/>
          </a:xfrm>
          <a:prstGeom prst="rect">
            <a:avLst>
              <a:gd name="adj" fmla="val 2105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4663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market-intelligence-eight-mu.vercel.app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743200" cy="320040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часов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ручного мониторинга конкурентов каждую неделю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051560"/>
            <a:ext cx="2743200" cy="320040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234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вкладок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26060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открытых одновременно при сборе данных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051560"/>
            <a:ext cx="2743200" cy="320040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234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📉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5508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Устаревшие данные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26060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собираешь — информация уже неактуальна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Введите название компании → получите SWOT-отчёт за 2 минуты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384048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77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Парсинг сайта конкурента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2377440"/>
            <a:ext cx="384048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377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Поиск последних новостей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384048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Анализ отзывов Reddit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3474720"/>
            <a:ext cx="384048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SWOT-анализ с инсайтами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7498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9144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91440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66420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874520"/>
            <a:ext cx="64008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8745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187452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 Streaming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62432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2834640"/>
            <a:ext cx="640080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8346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283464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35844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794760"/>
            <a:ext cx="6400800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794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379476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WebScraper · News · Reddit · Reviews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2296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960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 циклами, условные переходы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82296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6276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27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модель, бесплатный тариф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295144"/>
            <a:ext cx="82296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9514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22951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2951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streaming, rate limiting, Pydantic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962656"/>
            <a:ext cx="82296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6265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296265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9626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CSS, react-markdown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630168"/>
            <a:ext cx="82296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301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36301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+ Vercel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6301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URL, автодеплой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297680"/>
            <a:ext cx="82296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97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86000" y="4297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297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интеграционных тестов — все зелёные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402336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502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Вводим название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Notion, Linear, Figma, Slack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2336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43000"/>
            <a:ext cx="502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работает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сайта → новости → Reddit → анализ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02336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Стриминг ответа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появляется прямо в браузере токен за токеном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02336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971800"/>
            <a:ext cx="502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SWOT-отчёт готов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3566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· Weaknesses · Opportunities · Threats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проекта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3657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9601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кастомных инструмента (WebScraper, News, Reddit, Reviews)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81912"/>
            <a:ext cx="3657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819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819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Мультиагентная система на LangGraph с реальными решениями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203704"/>
            <a:ext cx="3657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037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20370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бэкенд с SSE streaming и rate limiting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825496"/>
            <a:ext cx="3657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254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82549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фронтенд с отображением токен за токеном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447288"/>
            <a:ext cx="3657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472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4472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деплой на Railway &amp; Vercel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3657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0690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интеграционных тестов — все зелёные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market-intelligence-eight-mu.vercel.app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Intelligence Agent</dc:title>
  <dc:subject>PptxGenJS Presentation</dc:subject>
  <dc:creator>PptxGenJS</dc:creator>
  <cp:lastModifiedBy>PptxGenJS</cp:lastModifiedBy>
  <cp:revision>1</cp:revision>
  <dcterms:created xsi:type="dcterms:W3CDTF">2026-05-17T07:41:29Z</dcterms:created>
  <dcterms:modified xsi:type="dcterms:W3CDTF">2026-05-17T07:41:29Z</dcterms:modified>
</cp:coreProperties>
</file>